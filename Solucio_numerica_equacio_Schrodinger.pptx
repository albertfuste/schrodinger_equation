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9684E-977B-1A20-F5B6-B714A87F7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08FEF2-A8A0-6061-C21F-7FC7A5312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5CA04-2522-5007-09AE-E6ABE378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9A382B-7659-1D13-098F-81ADE048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595924-1E5A-8DFE-1FF7-F481BBA5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2447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4606A-EA17-D2FE-537D-D6D04322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4E0FAB-7021-4CDE-19EE-4EA23578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C6776-979F-4234-50AC-35E22958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ED8DE-DF07-A609-4804-A421C8E4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42CA8D-1AFE-1007-EB51-3BBB198D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2302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2BCE0-DF44-5A81-46A6-09B419C6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630F4C-8D93-AFAE-8B0C-D852D4866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B00BC9-8175-9F46-74C5-BD01D66B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DBDC80-8902-C937-618A-996537B2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848FCD-47F4-9F65-4243-96C79543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0248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68479-B7D7-2CE8-8BF5-286B5FDA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A43A9E-2020-7911-8868-52B9517C8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478E86-F3C0-3B8E-4A01-5EE03D0FC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7A6B3B-338B-00E3-8F44-BA5E5345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43B69D-A573-9237-4254-F10B673A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FDCF80-A224-7D35-B2AA-DA4E1F20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7022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AA29-4D30-B09C-58C7-259C2A7C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FD51B3-A023-8717-0212-FB61587E0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716627-BE21-7FCE-F9CA-07064C732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A3C37F-384C-8C74-13B7-E6EA4175F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EF3AA6-431B-536A-C020-FCCC5C02C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8BE373-4DA3-0086-6271-FB29AA0A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FC5E46-6452-FA18-3C81-455E5B24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113C80-B0B7-CCC3-C35F-8F0B78D6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2601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8C184-DCC4-04AD-0EEB-25801927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BE1D29-EA93-EB39-7243-425F6FD4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21631-ADC0-2F1E-5D6E-9E2C49EE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3AF8F5-D350-1728-4ECB-7ACE4A69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5554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D35C89-ADBE-0F98-26CC-D15730CA5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B54690-7FEF-5DE8-CF3A-ECF3EB61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008F36-82E7-C752-1A08-5384A947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5378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DE5C5-C737-30EC-503F-76721057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C18864-99BD-DE65-88A7-46106DF1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60750E-3518-AF95-95B9-E4DF7E5BB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27E117-BCB5-D928-13B7-51648AA2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782511-F606-31CF-3C15-6C27A58C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9E426A-1119-A9FD-25D3-525B00FF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680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C87BC-6CE0-1E6A-BFCC-C581F9B9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1F8BAE-D0F0-7A06-AD51-FC59453D3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5C4F16-B23E-3031-E2A3-AF4FBA8F3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5D89A7-8474-BDCE-04F1-AE1FF563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E5BEB8-E69F-DCA3-E6D2-B2F5EDB0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3D6F78-D3AA-296C-BF27-2E661006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9265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60148-79F0-4038-9E45-472BEF19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D5EF6E-315F-FA2F-C369-8F48048E7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1930D-E36D-3BEA-9C60-6CF2A383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89D3C9-F1CA-76D0-B936-81ACE775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AB8480-50BB-2FC3-4FCF-C200FC90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98830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47CFEF-C472-D468-1D38-19734B1F7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49B2BB-DA14-7B31-2E1E-EC3B98E61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7008E0-0225-0AC2-7F85-2D9E12FC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7CE01-D2AA-E547-A9AE-4D92A6BA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E152AD-7ED6-1B95-1B42-74CF7FD5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2117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542D77-CBC4-DD92-8C2F-90A6E577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CBA92E-1637-4D5E-32AB-600199C7A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13109E-ECC2-5974-76A8-2B51BE998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6A5A9-42D4-48F9-A6E0-9CAA21901E9D}" type="datetimeFigureOut">
              <a:rPr lang="ca-ES" smtClean="0"/>
              <a:t>1/3/2026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55F16-CE75-CE93-52F0-7A7DB051D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782238-D25F-8510-B288-6153E077B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ACD32-47B2-4740-8C3B-B4BCD073D864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4889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B156D-2B0A-4A51-C196-DDA293336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8536"/>
            <a:ext cx="9144000" cy="2387600"/>
          </a:xfrm>
        </p:spPr>
        <p:txBody>
          <a:bodyPr/>
          <a:lstStyle/>
          <a:p>
            <a:r>
              <a:rPr lang="ca-ES" dirty="0"/>
              <a:t>Solució numèrica equació </a:t>
            </a:r>
            <a:r>
              <a:rPr lang="ca-ES" dirty="0" err="1"/>
              <a:t>d’Schrödinger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49282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AC8C-2680-3ECB-807B-2268C99C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a-ES" dirty="0"/>
              <a:t>Potencial </a:t>
            </a:r>
            <a:r>
              <a:rPr lang="ca-ES" dirty="0" err="1"/>
              <a:t>Lennard</a:t>
            </a:r>
            <a:r>
              <a:rPr lang="ca-ES" dirty="0"/>
              <a:t>-Jones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665081E-B9C4-8AFA-D6F5-404ADC294C17}"/>
                  </a:ext>
                </a:extLst>
              </p:cNvPr>
              <p:cNvSpPr txBox="1"/>
              <p:nvPr/>
            </p:nvSpPr>
            <p:spPr>
              <a:xfrm>
                <a:off x="2055137" y="2826354"/>
                <a:ext cx="4040863" cy="9588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80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ca-E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ca-ES" sz="2800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ca-ES" sz="2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begChr m:val="["/>
                          <m:endChr m:val="]"/>
                          <m:ctrlPr>
                            <a:rPr lang="ca-E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ca-E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ca-E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ca-ES" sz="28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s-ES" sz="2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ca-E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ca-E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ca-E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ca-E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ca-ES" sz="28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s-ES" sz="2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ca-ES" sz="2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ca-ES" sz="28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665081E-B9C4-8AFA-D6F5-404ADC294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37" y="2826354"/>
                <a:ext cx="4040863" cy="9588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0C65E36-85E0-1984-1C16-192889780558}"/>
                  </a:ext>
                </a:extLst>
              </p:cNvPr>
              <p:cNvSpPr txBox="1"/>
              <p:nvPr/>
            </p:nvSpPr>
            <p:spPr>
              <a:xfrm>
                <a:off x="7523430" y="2077769"/>
                <a:ext cx="13008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800" i="1" smtClean="0"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s-ES" sz="280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ca-ES" sz="28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0C65E36-85E0-1984-1C16-192889780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430" y="2077769"/>
                <a:ext cx="130080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EC78103-89E5-2074-0F58-CF0321364D9B}"/>
                  </a:ext>
                </a:extLst>
              </p:cNvPr>
              <p:cNvSpPr txBox="1"/>
              <p:nvPr/>
            </p:nvSpPr>
            <p:spPr>
              <a:xfrm>
                <a:off x="7523430" y="2774887"/>
                <a:ext cx="94493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80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E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EC78103-89E5-2074-0F58-CF0321364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430" y="2774887"/>
                <a:ext cx="94493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8C55B7E-2E5C-77BD-0BE9-C94849247619}"/>
                  </a:ext>
                </a:extLst>
              </p:cNvPr>
              <p:cNvSpPr txBox="1"/>
              <p:nvPr/>
            </p:nvSpPr>
            <p:spPr>
              <a:xfrm>
                <a:off x="7523430" y="3472005"/>
                <a:ext cx="2314736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a-ES" sz="280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ES" sz="2800" b="0" i="0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ca-ES" sz="2800" dirty="0"/>
                        <m:t> </m:t>
                      </m:r>
                      <m:r>
                        <m:rPr>
                          <m:nor/>
                        </m:rPr>
                        <a:rPr lang="es-ES" sz="2800" b="0" i="0" dirty="0" smtClean="0"/>
                        <m:t>[0.75 - 3.5]</m:t>
                      </m:r>
                    </m:oMath>
                  </m:oMathPara>
                </a14:m>
                <a:endParaRPr lang="ca-ES" sz="2800" dirty="0"/>
              </a:p>
              <a:p>
                <a:endParaRPr lang="ca-ES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8C55B7E-2E5C-77BD-0BE9-C94849247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430" y="3472005"/>
                <a:ext cx="231473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8C8FAC1-A2B3-C96C-27E9-A184DADAB3B6}"/>
                  </a:ext>
                </a:extLst>
              </p:cNvPr>
              <p:cNvSpPr txBox="1"/>
              <p:nvPr/>
            </p:nvSpPr>
            <p:spPr>
              <a:xfrm>
                <a:off x="7523430" y="4279205"/>
                <a:ext cx="1388970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 sz="2800" b="0" i="0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s-ES" sz="2800" b="0" i="0" dirty="0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ca-ES" sz="280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a-ES" sz="2800" i="0" dirty="0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s-ES" sz="2800" b="0" i="0" dirty="0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ca-ES" sz="2800" dirty="0"/>
              </a:p>
              <a:p>
                <a:endParaRPr lang="ca-ES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8C8FAC1-A2B3-C96C-27E9-A184DADA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430" y="4279205"/>
                <a:ext cx="138897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59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7E2E1-EB8C-1EE3-46C8-D1F3CAFEA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a-ES" dirty="0"/>
              <a:t>Nivells energètics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3F9EEE5-0C93-69F3-0D69-EF2A8B1AC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54193"/>
              </p:ext>
            </p:extLst>
          </p:nvPr>
        </p:nvGraphicFramePr>
        <p:xfrm>
          <a:off x="2005844" y="1910240"/>
          <a:ext cx="8471655" cy="338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885">
                  <a:extLst>
                    <a:ext uri="{9D8B030D-6E8A-4147-A177-3AD203B41FA5}">
                      <a16:colId xmlns:a16="http://schemas.microsoft.com/office/drawing/2014/main" val="3491043008"/>
                    </a:ext>
                  </a:extLst>
                </a:gridCol>
                <a:gridCol w="2823885">
                  <a:extLst>
                    <a:ext uri="{9D8B030D-6E8A-4147-A177-3AD203B41FA5}">
                      <a16:colId xmlns:a16="http://schemas.microsoft.com/office/drawing/2014/main" val="2096638121"/>
                    </a:ext>
                  </a:extLst>
                </a:gridCol>
                <a:gridCol w="2823885">
                  <a:extLst>
                    <a:ext uri="{9D8B030D-6E8A-4147-A177-3AD203B41FA5}">
                      <a16:colId xmlns:a16="http://schemas.microsoft.com/office/drawing/2014/main" val="1607345695"/>
                    </a:ext>
                  </a:extLst>
                </a:gridCol>
              </a:tblGrid>
              <a:tr h="677132"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Nivell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Conegut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Pràctica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29358"/>
                  </a:ext>
                </a:extLst>
              </a:tr>
              <a:tr h="677132"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-66.269</a:t>
                      </a:r>
                      <a:endParaRPr lang="ca-E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-66.282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921937"/>
                  </a:ext>
                </a:extLst>
              </a:tr>
              <a:tr h="677132"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-22.981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-23.003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69728"/>
                  </a:ext>
                </a:extLst>
              </a:tr>
              <a:tr h="677132"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-4.132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616822"/>
                  </a:ext>
                </a:extLst>
              </a:tr>
              <a:tr h="677132"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sz="2400" dirty="0"/>
                        <a:t>1.096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6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59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8071B-FCE6-8B03-B0FA-9317B682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a-ES" dirty="0"/>
              <a:t>Funció d’ona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8ED290E-02B6-1BD9-1039-2F69D3E93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3" y="1299840"/>
            <a:ext cx="6296904" cy="46202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6FB9658-6818-F4AF-2244-3C122F9E485A}"/>
              </a:ext>
            </a:extLst>
          </p:cNvPr>
          <p:cNvSpPr txBox="1"/>
          <p:nvPr/>
        </p:nvSpPr>
        <p:spPr>
          <a:xfrm>
            <a:off x="1604632" y="6076950"/>
            <a:ext cx="3305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800" dirty="0"/>
              <a:t>Conegut</a:t>
            </a:r>
            <a:endParaRPr lang="ca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4358F2-5C21-CD45-EFF8-AD89D981E85D}"/>
              </a:ext>
            </a:extLst>
          </p:cNvPr>
          <p:cNvSpPr txBox="1"/>
          <p:nvPr/>
        </p:nvSpPr>
        <p:spPr>
          <a:xfrm>
            <a:off x="7795694" y="6076950"/>
            <a:ext cx="3305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sz="2800" dirty="0"/>
              <a:t>Pràctica</a:t>
            </a:r>
            <a:endParaRPr lang="ca-ES" dirty="0"/>
          </a:p>
        </p:txBody>
      </p:sp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6B21BB1-427A-58CB-4254-068D62E9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6" t="2104" r="1212" b="-1"/>
          <a:stretch>
            <a:fillRect/>
          </a:stretch>
        </p:blipFill>
        <p:spPr>
          <a:xfrm>
            <a:off x="6096000" y="1613528"/>
            <a:ext cx="5664452" cy="42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3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BB74F-99E1-3F29-737F-C48420FB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a-ES"/>
              <a:t>Probabilitat</a:t>
            </a:r>
            <a:endParaRPr lang="ca-ES" dirty="0"/>
          </a:p>
        </p:txBody>
      </p:sp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F784CFF2-3694-887B-AF81-84080EC3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68"/>
          <a:stretch>
            <a:fillRect/>
          </a:stretch>
        </p:blipFill>
        <p:spPr>
          <a:xfrm>
            <a:off x="2409825" y="1690688"/>
            <a:ext cx="7091766" cy="507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75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PresentationFormat>Panorámica</PresentationFormat>
  <Paragraphs>27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Tema de Office</vt:lpstr>
      <vt:lpstr>Solució numèrica equació d’Schrödinger</vt:lpstr>
      <vt:lpstr>Potencial Lennard-Jones</vt:lpstr>
      <vt:lpstr>Nivells energètics</vt:lpstr>
      <vt:lpstr>Funció d’ona</vt:lpstr>
      <vt:lpstr>Probabilitat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Fusté Martín</dc:creator>
  <cp:lastModifiedBy>Albert Fusté Martín</cp:lastModifiedBy>
  <cp:revision>5</cp:revision>
  <dcterms:created xsi:type="dcterms:W3CDTF">2026-03-01T15:01:45Z</dcterms:created>
  <dcterms:modified xsi:type="dcterms:W3CDTF">2026-03-01T15:55:18Z</dcterms:modified>
</cp:coreProperties>
</file>